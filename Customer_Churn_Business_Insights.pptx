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Analysis – Business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Retention Risk, Revenue Impact &amp; Actionable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churn rate is critically high at 56.7%</a:t>
            </a:r>
          </a:p>
          <a:p>
            <a:pPr lvl="1"/>
            <a:r>
              <a:t>Contract length is the strongest driver of churn</a:t>
            </a:r>
          </a:p>
          <a:p>
            <a:pPr lvl="1"/>
            <a:r>
              <a:t>Monthly plans show nearly 100% churn across all tiers</a:t>
            </a:r>
          </a:p>
          <a:p>
            <a:pPr lvl="1"/>
            <a:r>
              <a:t>Behavioral signals enable early churn intervention</a:t>
            </a:r>
          </a:p>
          <a:p>
            <a:pPr lvl="1"/>
            <a:r>
              <a:t>3,219 high-risk customers identified for targeted retention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dataset: 440,833 customers</a:t>
            </a:r>
          </a:p>
          <a:p>
            <a:pPr lvl="1"/>
            <a:r>
              <a:t>Test dataset: 64,374 customers</a:t>
            </a:r>
          </a:p>
          <a:p>
            <a:pPr lvl="1"/>
            <a:r>
              <a:t>12 behavioral, contractual, and financial features analyzed</a:t>
            </a:r>
          </a:p>
          <a:p>
            <a:pPr lvl="1"/>
            <a:r>
              <a:t>Dataset size ensures statistically reliable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Rate by Contract Length</a:t>
            </a:r>
          </a:p>
        </p:txBody>
      </p:sp>
      <p:pic>
        <p:nvPicPr>
          <p:cNvPr id="3" name="Picture 2" descr="Screenshot 2026-02-07 15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699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Contract Length Drives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customers churn at nearly 100%</a:t>
            </a:r>
          </a:p>
          <a:p>
            <a:pPr lvl="1"/>
            <a:r>
              <a:t>Quarterly and Annual contracts reduce churn by ~50%</a:t>
            </a:r>
          </a:p>
          <a:p>
            <a:pPr lvl="1"/>
            <a:r>
              <a:t>Commitment structure matters more than pricing discounts</a:t>
            </a:r>
          </a:p>
          <a:p>
            <a:pPr lvl="1"/>
            <a:r>
              <a:t>Monthly plans function as paid trials, not loyal customers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Rate by Subscription Type</a:t>
            </a:r>
          </a:p>
        </p:txBody>
      </p:sp>
      <p:pic>
        <p:nvPicPr>
          <p:cNvPr id="3" name="Picture 2" descr="Screenshot 2026-02-07 1515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570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Subscription Tier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Basic, Standard, and Premium show similar churn rates</a:t>
            </a:r>
          </a:p>
          <a:p>
            <a:pPr lvl="1"/>
            <a:r>
              <a:t>Features and pricing tiers are not reducing churn</a:t>
            </a:r>
          </a:p>
          <a:p>
            <a:pPr lvl="1"/>
            <a:r>
              <a:t>Customer churn driven by experience, not feature depth</a:t>
            </a:r>
          </a:p>
          <a:p>
            <a:pPr lvl="1"/>
            <a:r>
              <a:t>Retention efforts should focus on activation &amp; trust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Indicators of Churn</a:t>
            </a:r>
          </a:p>
        </p:txBody>
      </p:sp>
      <p:pic>
        <p:nvPicPr>
          <p:cNvPr id="3" name="Picture 2" descr="Screenshot 2026-02-07 1515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699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Churn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Churned customers show higher payment delays</a:t>
            </a:r>
          </a:p>
          <a:p>
            <a:pPr lvl="1"/>
            <a:r>
              <a:t>Support call frequency spikes before churn</a:t>
            </a:r>
          </a:p>
          <a:p>
            <a:pPr lvl="1"/>
            <a:r>
              <a:t>Lower total spend correlates with higher churn risk</a:t>
            </a:r>
          </a:p>
          <a:p>
            <a:pPr lvl="1"/>
            <a:r>
              <a:t>These signals act as early warning indicators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Risk Model Performance</a:t>
            </a:r>
          </a:p>
        </p:txBody>
      </p:sp>
      <p:pic>
        <p:nvPicPr>
          <p:cNvPr id="3" name="Picture 2" descr="Screenshot 2026-02-07 151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742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Recall of 98.6% ensures almost all churners are flagged</a:t>
            </a:r>
          </a:p>
          <a:p>
            <a:pPr lvl="1"/>
            <a:r>
              <a:t>Precision of 53.5% acceptable for retention use-cases</a:t>
            </a:r>
          </a:p>
          <a:p>
            <a:pPr lvl="1"/>
            <a:r>
              <a:t>Model functions best as a churn risk radar</a:t>
            </a:r>
          </a:p>
          <a:p>
            <a:pPr lvl="1"/>
            <a:r>
              <a:t>Designed for operational intervention, not forecasting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High-Risk Customer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+ Any subscription tier = highest churn risk</a:t>
            </a:r>
          </a:p>
          <a:p>
            <a:pPr lvl="1"/>
            <a:r>
              <a:t>Top 5% high-risk customers: 3,219 identified</a:t>
            </a:r>
          </a:p>
          <a:p>
            <a:pPr lvl="1"/>
            <a:r>
              <a:t>Targeted retention reduces cost and increases ROI</a:t>
            </a:r>
          </a:p>
          <a:p>
            <a:pPr lvl="1"/>
            <a:r>
              <a:t>Avoid blanket discounts; focus on risk-based actions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revenue leakage through early intervention</a:t>
            </a:r>
          </a:p>
          <a:p>
            <a:pPr lvl="1"/>
            <a:r>
              <a:t>More efficient allocation of retention budgets</a:t>
            </a:r>
          </a:p>
          <a:p>
            <a:pPr lvl="1"/>
            <a:r>
              <a:t>Improved lifetime value of retained customers</a:t>
            </a:r>
          </a:p>
          <a:p>
            <a:pPr lvl="1"/>
            <a:r>
              <a:t>Clear roadmap for pricing and contract redesign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Reposition or eliminate Monthly contracts</a:t>
            </a:r>
          </a:p>
          <a:p>
            <a:pPr lvl="1"/>
            <a:r>
              <a:t>Proactively intervene using behavioral risk signals</a:t>
            </a:r>
          </a:p>
          <a:p>
            <a:pPr lvl="1"/>
            <a:r>
              <a:t>Shift focus from features to onboarding and engagement</a:t>
            </a:r>
          </a:p>
          <a:p>
            <a:pPr lvl="1"/>
            <a:r>
              <a:t>Operationalize churn risk insights across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